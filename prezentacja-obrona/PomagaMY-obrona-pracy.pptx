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412480" y="-45720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8A5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-914400" y="4754880"/>
            <a:ext cx="4114800" cy="3200400"/>
          </a:xfrm>
          <a:prstGeom prst="roundRect">
            <a:avLst>
              <a:gd name="adj" fmla="val 8000"/>
            </a:avLst>
          </a:prstGeom>
          <a:solidFill>
            <a:srgbClr val="A66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7315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"/>
              </a:defRPr>
            </a:pPr>
            <a:r>
              <a:t>PomagaMY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331720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FF5E8"/>
                </a:solidFill>
                <a:latin typeface="Calibri"/>
              </a:defRPr>
            </a:pPr>
            <a:r>
              <a:t>Aplikacja mobilna do zarządzania wolontariatem</a:t>
            </a:r>
            <a:br/>
            <a:r>
              <a:t>i organizacji zgłoszeń pomocowych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219456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Praca inżynierska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05072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rPr dirty="0"/>
              <a:t>Autor</a:t>
            </a:r>
            <a:r>
              <a:rPr lang="pl-PL" dirty="0"/>
              <a:t>: Yuliia Zavydovska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4352544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rPr dirty="0"/>
              <a:t>Promotor: </a:t>
            </a:r>
            <a:r>
              <a:rPr lang="pl-PL" dirty="0"/>
              <a:t>Maksymilian Marcinowski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22960" y="4700016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rPr dirty="0" err="1"/>
              <a:t>Kierunek</a:t>
            </a:r>
            <a:r>
              <a:rPr dirty="0"/>
              <a:t>: </a:t>
            </a:r>
            <a:r>
              <a:rPr dirty="0" err="1"/>
              <a:t>Informatyka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" y="5047488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5E6D0"/>
                </a:solidFill>
                <a:latin typeface="Calibri"/>
              </a:defRPr>
            </a:pPr>
            <a:r>
              <a:t>Rok akademicki: 2025/2026</a:t>
            </a:r>
          </a:p>
        </p:txBody>
      </p:sp>
      <p:pic>
        <p:nvPicPr>
          <p:cNvPr id="14" name="Obraz 13">
            <a:extLst>
              <a:ext uri="{FF2B5EF4-FFF2-40B4-BE49-F238E27FC236}">
                <a16:creationId xmlns:a16="http://schemas.microsoft.com/office/drawing/2014/main" id="{883BDB30-37BA-A705-B8A8-76B366BE4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6998" y="395722"/>
            <a:ext cx="3863508" cy="37190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Problem i cel projektu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Dlaczego powstała aplikacja PomagaMY?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Rozproszone dane (e-mail, Excel, Messenger) utrudniają koordynację wolontariuszy w małych NGO.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69164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60520" y="169164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23160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Jedno miejsce do ogłoszeń, zgłoszeń, komunikacji i weryfikacji organizacji — mniej biurokracji.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1691640"/>
            <a:ext cx="34290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26679" y="1691640"/>
            <a:ext cx="3429000" cy="50292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79" y="178308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Grupy użytkowników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423160"/>
            <a:ext cx="2971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A1A1A"/>
                </a:solidFill>
                <a:latin typeface="Calibri"/>
              </a:defRPr>
            </a:pPr>
            <a:r>
              <a:t>Wolontariusze · organizacje non-profit · administrator systemu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Architektura systemu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React Native (Expo) · Firebase · tryb online i demonstracyjny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9164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169164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17647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Warstwa prezentacji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6479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Ekrany RN: wolontariusz, organizacja, admin</a:t>
            </a:r>
            <a:br/>
            <a:r>
              <a:t>React Navigation · komponenty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5176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65176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27249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Logika aplikacji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2491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PomagaMYContext — sesja, ogłoszenia, zgłoszenia, powiadomienia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1188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7490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61188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36850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Usługi chmurowe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68503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Firebase Auth · Cloud Firestore · Storage 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4572000"/>
            <a:ext cx="320040" cy="777240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70916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4572000"/>
            <a:ext cx="1051560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46451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A6824"/>
                </a:solidFill>
                <a:latin typeface="Calibri"/>
              </a:defRPr>
            </a:pPr>
            <a:r>
              <a:t>Bezpieczeństwo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45152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Calibri"/>
              </a:defRPr>
            </a:pPr>
            <a:r>
              <a:t>Role użytkowników · Security Rules · weryfikacja organizacji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623560"/>
            <a:ext cx="11018520" cy="5943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742432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E7D32"/>
                </a:solidFill>
                <a:latin typeface="Calibri"/>
              </a:defRPr>
            </a:pPr>
            <a:r>
              <a:t>Widoczność ogłoszeń dla wolontariuszy zależy od orgVerificationStatus === approved (kod + Firestore Rules).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Wolontariusz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Przeglądanie ofert, zgłoszenia i profil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4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Lista ogłoszeń z filtrowaniem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Szczegóły oferty i NIP/KRS organizacji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Zgłoszenie do zadania (submitApplication)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Powiadomienia i edycja profilu z awatarem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videos/wolontariusz.mp4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WOLONTARIUSZ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Organizacja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Publikacja ofert i rekrutacja wolontariuszy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Rejestracja z NIP i statutem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Panel ogłoszeń i formularz publikacji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Akceptacja i zakończenie zgłoszeń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Status weryfikacji (pending / approved)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videos/organizacja.mp4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ORGANIZACJA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Demonstracja — Administrator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Weryfikacja NGO i moderacja systemu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6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977639" cy="4617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Kluczowe funkcje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3520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Kolejka organizacji do zatwierdzenia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Podgląd statutu i danych rejestrowych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Obsługa skarg i blokada kont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Oddzielna nawigacja (RootNavigator)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27448" y="1527048"/>
            <a:ext cx="6958584" cy="4764024"/>
          </a:xfrm>
          <a:prstGeom prst="roundRect">
            <a:avLst>
              <a:gd name="adj" fmla="val 4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0600" y="1600200"/>
            <a:ext cx="6812280" cy="461772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6080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B67D2B"/>
                </a:solidFill>
                <a:latin typeface="Calibri"/>
              </a:defRPr>
            </a:pPr>
            <a:r>
              <a:t>▶  MIEJSCE NA NAGRANIE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703320"/>
            <a:ext cx="6080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Umieść plik:</a:t>
            </a:r>
            <a:br/>
            <a:r>
              <a:t>videos/admin.mp4</a:t>
            </a:r>
            <a:br/>
            <a:br/>
            <a:r>
              <a:t>Następnie uruchom:</a:t>
            </a:r>
            <a:br/>
            <a:r>
              <a:t>python generate_presentation.py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7830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ADMINISTRATOR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Przepływ biznesowy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Od ogłoszenia do zakończenia zadania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publikuje ogłoszenie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Wolontariusz składa zgłoszenie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032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Organizacja akceptuje kandydata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1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67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5916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682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A6824"/>
                </a:solidFill>
                <a:latin typeface="Calibri"/>
              </a:defRPr>
            </a:pPr>
            <a:r>
              <a:t>Realizacja + powiadomienia in-app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59" y="2331720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B67D2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2011680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B67D2B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08008" y="2121408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423160"/>
            <a:ext cx="1691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Zakończenie → status ogłoszenia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337560"/>
            <a:ext cx="1101852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9A6824"/>
                </a:solidFill>
                <a:latin typeface="Calibri"/>
              </a:defRPr>
            </a:pPr>
            <a:r>
              <a:t>Moderacja i zaufanie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9319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Rejestracja organizacji: NIP, KRS, statut → status pending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Administrator weryfikuje dokumenty w dedykowanym panelu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Po zatwierdzeniu ogłoszenia stają się widoczne (visibleToVolunteers: true)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System skarg i blokada kont (accountSuspended) dla naruszeń regulaminu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Calibri"/>
              </a:defRPr>
            </a:pPr>
            <a:r>
              <a:t>Stack technologiczny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6B6560"/>
                </a:solidFill>
                <a:latin typeface="Calibri"/>
              </a:defRPr>
            </a:pPr>
            <a:r>
              <a:t>Narzędzia i biblioteki użyte w implementacji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" cy="54864"/>
          </a:xfrm>
          <a:prstGeom prst="rect">
            <a:avLst/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Frontend mobilny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Native 0.81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 SDK 54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TypeScript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React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9768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Backend (BaaS)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Authentication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Cloud Firestore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Firebase Storage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Security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691640"/>
            <a:ext cx="352044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01000" y="16916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B67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8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Integracje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3063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expo-image-picker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expo-document-picker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expo-file-system</a:t>
            </a:r>
          </a:p>
          <a:p>
            <a:pPr>
              <a:lnSpc>
                <a:spcPct val="115000"/>
              </a:lnSpc>
              <a:spcAft>
                <a:spcPts val="8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• AsyncStorage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B6560"/>
                </a:solidFill>
                <a:latin typeface="Calibri"/>
              </a:defRPr>
            </a:pPr>
            <a:r>
              <a:t>Platforma docelowa: Android · architektura serverless · synchronizacja stanu w czasie rzeczywistym (onSnapshot)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A6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89920" y="6446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6B6560"/>
                </a:solidFill>
                <a:latin typeface="Calibri"/>
              </a:defRPr>
            </a:pPr>
            <a:r>
              <a:t>9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6560"/>
                </a:solidFill>
                <a:latin typeface="Calibri"/>
              </a:defRPr>
            </a:pPr>
            <a:r>
              <a:t>PomagaMY · obrona pracy inżynierskiej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317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Zaprojektowano i zaimplementowano aplikację mobilną PomagaMY dla trzech ról użytkowników.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90087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Scentralizowano proces rekrutacji wolontariuszy i weryfikacji organizacji 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648455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Zastosowano Firebase oraz reguły bezpieczeństwa egzekwujące politykę widoczności ofert.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306823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FF5E8"/>
                </a:solidFill>
                <a:latin typeface="Calibri"/>
              </a:defRPr>
            </a:pPr>
            <a:r>
              <a:t>✓  Przygotowano tryb demonstracyjny umożliwiający testy bez połączenia z chmurą.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074920"/>
            <a:ext cx="1051560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Dziękuję za uwagę.</a:t>
            </a:r>
            <a:br/>
            <a:r>
              <a:t>Pytania?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597</Words>
  <Application>Microsoft Office PowerPoint</Application>
  <PresentationFormat>Panoramiczny</PresentationFormat>
  <Paragraphs>121</Paragraphs>
  <Slides>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Yuliia Zavydovska</cp:lastModifiedBy>
  <cp:revision>2</cp:revision>
  <dcterms:created xsi:type="dcterms:W3CDTF">2013-01-27T09:14:16Z</dcterms:created>
  <dcterms:modified xsi:type="dcterms:W3CDTF">2026-06-11T20:19:49Z</dcterms:modified>
  <cp:category/>
</cp:coreProperties>
</file>