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A6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0" y="-45720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8A5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0" y="4754880"/>
            <a:ext cx="4114800" cy="3200400"/>
          </a:xfrm>
          <a:prstGeom prst="roundRect">
            <a:avLst>
              <a:gd name="adj" fmla="val 8000"/>
            </a:avLst>
          </a:prstGeom>
          <a:solidFill>
            <a:srgbClr val="A66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3172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FFF5E8"/>
                </a:solidFill>
                <a:latin typeface="Calibri"/>
              </a:defRPr>
            </a:pPr>
            <a:r>
              <a:t>Aplikacja mobilna do zarządzania wolontariatem</a:t>
            </a:r>
            <a:br/>
            <a:r>
              <a:t>i organizacji zgłoszeń pomocowych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337560"/>
            <a:ext cx="219456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t>Praca inżynierska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0507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t>Autor: [Imię i nazwisko]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5254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t>Promotor: [Imię i nazwisko promotora]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0016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t>Kierunek: [np. Informatyka]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474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t>Rok akademicki: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Problem i cel projektu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Dlaczego powstała aplikacja PomagaMY?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2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4290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29000" cy="475488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673352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67128"/>
            <a:ext cx="30175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Dane rozproszone: e-mail, Excel, Messenger, Facebook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Ryzyko pomyłek i przeoczenia zgłoszeń wolontariuszy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Koordynatorzy tracą czas na ręczne pilnowanie wiadomości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Przy małej kadrze NGO każda godzina administracji to mniej realnej pomocy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600200"/>
            <a:ext cx="34290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60520" y="1600200"/>
            <a:ext cx="3429000" cy="475488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673352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167128"/>
            <a:ext cx="30175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Jedno miejsce: ogłoszenia, zgłoszenia, profil, powiadomienia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Prosty proces dla wolontariuszy — bez skomplikowanych formalności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Weryfikacja organizacji (NIP, statut) przed publikacją ofert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Mniej biurokracji — więcej czasu na działania społeczne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600200"/>
            <a:ext cx="34290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26679" y="1600200"/>
            <a:ext cx="3429000" cy="475488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7" y="1673352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Grupy użytkowników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7" y="2167128"/>
            <a:ext cx="30175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Wolontariusz — przegląd ofert, zgłoszenia, profil z awatarem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Organizacja — publikacja zadań, rekrutacja, panel zgłoszeń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Administrator — kolejka weryfikacji NGO, skargi, blokada kont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Trzy oddzielne ścieżki UI w jednej aplikacji mobilnej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669280"/>
            <a:ext cx="11018520" cy="658368"/>
          </a:xfrm>
          <a:prstGeom prst="roundRect">
            <a:avLst>
              <a:gd name="adj" fmla="val 4000"/>
            </a:avLst>
          </a:prstGeom>
          <a:solidFill>
            <a:srgbClr val="FAF8F5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5669280"/>
            <a:ext cx="73152" cy="65836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79008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9A6824"/>
                </a:solidFill>
                <a:latin typeface="Calibri"/>
              </a:defRPr>
            </a:pPr>
            <a:r>
              <a:t>Efekt: scentralizowany przepływ pracy wolontariuszy i organizacji w jednej aplikacji mobilnej PomagaMY (Android + Firebase).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Architektura systemu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React Native (Expo) · Firebase · tryb online i demonstracyjny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3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169164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7647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Warstwa prezentacji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6479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Ekrany RN: wolontariusz, organizacja, admin</a:t>
            </a:r>
            <a:br/>
            <a:r>
              <a:t>React Navigation · komponenty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65176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889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265176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724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Logika aplikacji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72491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PomagaMYContext — sesja, ogłoszenia, zgłoszenia, powiadomienia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61188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490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61188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68503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Usługi chmurowe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68503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Firebase Auth · Cloud Firestore · Storage REST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57200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7091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57200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6451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Bezpieczeństwo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64515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Role użytkowników · Security Rules · weryfikacja organizacji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623560"/>
            <a:ext cx="1101852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7424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Widoczność ogłoszeń dla wolontariuszy zależy od orgVerificationStatus === approved (kod + Firestore Rules).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Demonstracja — Wolontariusz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Przeglądanie ofert, zgłoszenia i profil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4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977639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Kluczowe funkcje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3520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Lista ogłoszeń z filtrowaniem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Szczegóły oferty i NIP/KRS organizacji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Zgłoszenie do zadania (submitApplication)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Powiadomienia i edycja profilu z awatarem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7448" y="1527048"/>
            <a:ext cx="6958584" cy="4764024"/>
          </a:xfrm>
          <a:prstGeom prst="roundRect">
            <a:avLst>
              <a:gd name="adj" fmla="val 4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1600200"/>
            <a:ext cx="6812280" cy="461772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108960"/>
            <a:ext cx="6080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67D2B"/>
                </a:solidFill>
                <a:latin typeface="Calibri"/>
              </a:defRPr>
            </a:pPr>
            <a:r>
              <a:t>▶  MIEJSCE NA NAGRANIE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703320"/>
            <a:ext cx="6080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Umieść plik:</a:t>
            </a:r>
            <a:br/>
            <a:r>
              <a:t>videos/wolontariusz.mp4</a:t>
            </a:r>
            <a:br/>
            <a:br/>
            <a:r>
              <a:t>Następnie uruchom:</a:t>
            </a:r>
            <a:br/>
            <a:r>
              <a:t>python generate_presentation.py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783080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WOLONTARIUSZ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Demonstracja — Organizacja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Publikacja ofert i rekrutacja wolontariuszy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5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977639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Kluczowe funkcje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3520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Rejestracja z NIP i statutem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Panel ogłoszeń i formularz publikacji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Akceptacja i zakończenie zgłoszeń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Status weryfikacji (pending / approved)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7448" y="1527048"/>
            <a:ext cx="6958584" cy="4764024"/>
          </a:xfrm>
          <a:prstGeom prst="roundRect">
            <a:avLst>
              <a:gd name="adj" fmla="val 4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1600200"/>
            <a:ext cx="6812280" cy="461772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108960"/>
            <a:ext cx="6080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67D2B"/>
                </a:solidFill>
                <a:latin typeface="Calibri"/>
              </a:defRPr>
            </a:pPr>
            <a:r>
              <a:t>▶  MIEJSCE NA NAGRANIE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703320"/>
            <a:ext cx="6080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Umieść plik:</a:t>
            </a:r>
            <a:br/>
            <a:r>
              <a:t>videos/organizacja.mp4</a:t>
            </a:r>
            <a:br/>
            <a:br/>
            <a:r>
              <a:t>Następnie uruchom:</a:t>
            </a:r>
            <a:br/>
            <a:r>
              <a:t>python generate_presentation.py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783080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ORGANIZACJA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Demonstracja — Administrator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Weryfikacja NGO i moderacja systemu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6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977639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Kluczowe funkcje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3520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Kolejka organizacji do zatwierdzenia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Podgląd statutu i danych rejestrowych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Obsługa skarg i blokada kont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Oddzielna nawigacja (RootNavigator)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7448" y="1527048"/>
            <a:ext cx="6958584" cy="4764024"/>
          </a:xfrm>
          <a:prstGeom prst="roundRect">
            <a:avLst>
              <a:gd name="adj" fmla="val 4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1600200"/>
            <a:ext cx="6812280" cy="461772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108960"/>
            <a:ext cx="6080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67D2B"/>
                </a:solidFill>
                <a:latin typeface="Calibri"/>
              </a:defRPr>
            </a:pPr>
            <a:r>
              <a:t>▶  MIEJSCE NA NAGRANIE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703320"/>
            <a:ext cx="6080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Umieść plik:</a:t>
            </a:r>
            <a:br/>
            <a:r>
              <a:t>videos/admin.mp4</a:t>
            </a:r>
            <a:br/>
            <a:br/>
            <a:r>
              <a:t>Następnie uruchom:</a:t>
            </a:r>
            <a:br/>
            <a:r>
              <a:t>python generate_presentation.py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783080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ADMINISTRATOR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Przepływ biznesowy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Od ogłoszenia do zakończenia zadania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8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B67D2B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Organizacja publikuje ogłoszenie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67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148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9A682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A6824"/>
                </a:solidFill>
                <a:latin typeface="Calibri"/>
              </a:defRPr>
            </a:pPr>
            <a:r>
              <a:t>Wolontariusz składa zgłoszenie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B67D2B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Organizacja akceptuje kandydata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1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67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9A682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A6824"/>
                </a:solidFill>
                <a:latin typeface="Calibri"/>
              </a:defRPr>
            </a:pPr>
            <a:r>
              <a:t>Realizacja + powiadomienia in-app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5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B67D2B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800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Zakończenie → status ogłoszenia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37560"/>
            <a:ext cx="110185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Moderacja i zaufanie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931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Rejestracja organizacji: NIP, KRS, statut → status pending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Administrator weryfikuje dokumenty w dedykowanym panelu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Po zatwierdzeniu ogłoszenia stają się widoczne (visibleToVolunteers: true)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System skarg i blokada kont (accountSuspended) dla naruszeń regulaminu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Stack technologiczny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Narzędzia i biblioteki użyte w implementacji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Frontend mobilny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React Native 0.81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 SDK 54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TypeScript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React Navigation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9164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6916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Backend (BaaS)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317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Firebase Authentication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Cloud Firestore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Firebase Storage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Security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69164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01000" y="16916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Integracje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317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expo-image-picker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expo-document-picker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expo-file-system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AsyncStorage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B6560"/>
                </a:solidFill>
                <a:latin typeface="Calibri"/>
              </a:defRPr>
            </a:pPr>
            <a:r>
              <a:t>Platforma docelowa: Android · architektura serverless · synchronizacja stanu w czasie rzeczywistym (onSnapshot)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A6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Podsumowanie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Zaprojektowano i zaimplementowano aplikację mobilną PomagaMY dla trzech ról użytkowników.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90087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Scentralizowano proces rekrutacji wolontariuszy i weryfikacji organizacji NGO.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48455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Zastosowano Firebase oraz reguły bezpieczeństwa egzekwujące politykę widoczności ofert.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06823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Przygotowano tryb demonstracyjny umożliwiający testy bez połączenia z chmurą.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074920"/>
            <a:ext cx="105156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Dziękuję za uwagę.</a:t>
            </a:r>
            <a:br/>
            <a:r>
              <a:t>Pytania?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