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83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A6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0" y="-1847088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8A5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-914400" y="4754880"/>
            <a:ext cx="4114800" cy="3200400"/>
          </a:xfrm>
          <a:prstGeom prst="roundRect">
            <a:avLst>
              <a:gd name="adj" fmla="val 8000"/>
            </a:avLst>
          </a:prstGeom>
          <a:solidFill>
            <a:srgbClr val="A66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31720"/>
            <a:ext cx="8686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FFF5E8"/>
                </a:solidFill>
                <a:latin typeface="Calibri"/>
              </a:defRPr>
            </a:pPr>
            <a:r>
              <a:t>Aplikacja mobilna do koordynacji współpracy</a:t>
            </a:r>
            <a:br/>
            <a:r>
              <a:t>między wolontariuszami a organizacjami non-profit.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219456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Praca inżynierska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8795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rPr dirty="0"/>
              <a:t>Autor</a:t>
            </a:r>
            <a:r>
              <a:rPr lang="pl-PL" dirty="0"/>
              <a:t>: Yuliia Zavydovska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22960" y="453542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rPr dirty="0"/>
              <a:t>Promotor</a:t>
            </a:r>
            <a:r>
              <a:rPr lang="pl-PL" dirty="0"/>
              <a:t>: Maksymilian Marcinowski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4882896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rPr dirty="0" err="1"/>
              <a:t>Kierunek</a:t>
            </a:r>
            <a:r>
              <a:rPr dirty="0"/>
              <a:t>: </a:t>
            </a:r>
            <a:r>
              <a:rPr dirty="0" err="1"/>
              <a:t>Informatyka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523036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Rok akademicki: 2025/2026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5A7A06B8-478B-6204-806B-76FF11931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540" y="2774515"/>
            <a:ext cx="5434920" cy="52317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Problem i cel projektu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Dlaczego powstała aplikacja PomagaMY?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2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29000" cy="475488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673352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67128"/>
            <a:ext cx="3017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Dane rozproszone: e-mail, Excel, Messenger, Facebook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Ryzyko pomyłek i przeoczenia zgłoszeń wolontariuszy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Koordynatorzy tracą czas na ręczne pilnowanie wiadomości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Przy małej kadrze NGO każda godzina administracji to mniej realnej pomocy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60020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60520" y="1600200"/>
            <a:ext cx="3429000" cy="475488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61688" y="1673352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167128"/>
            <a:ext cx="3017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Jedno miejsce: ogłoszenia, zgłoszenia, profil, powiadomienia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Prosty proces dla wolontariuszy — bez skomplikowanych formalności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Weryfikacja organizacji (NIP, statut) przed publikacją ofert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Mniej biurokracji — więcej czasu na działania społeczne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60020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26679" y="1600200"/>
            <a:ext cx="3429000" cy="475488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7" y="1673352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Grupy użytkowników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7" y="2167128"/>
            <a:ext cx="3017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Wolontariusz — przegląd ofert, zgłoszenia, profil z awatarem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Organizacja — publikacja zadań, rekrutacja, panel zgłoszeń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Administrator — kolejka weryfikacji NGO, skargi, blokada kont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Trzy oddzielne ścieżki UI w jednej aplikacji mobilnej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669280"/>
            <a:ext cx="11018520" cy="658368"/>
          </a:xfrm>
          <a:prstGeom prst="roundRect">
            <a:avLst>
              <a:gd name="adj" fmla="val 4000"/>
            </a:avLst>
          </a:prstGeom>
          <a:solidFill>
            <a:srgbClr val="FAF8F5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5669280"/>
            <a:ext cx="73152" cy="65836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9A6824"/>
                </a:solidFill>
                <a:latin typeface="Calibri"/>
              </a:defRPr>
            </a:pPr>
            <a:r>
              <a:t>Efekt: scentralizowany przepływ pracy wolontariuszy i organizacji w jednej aplikacji mobilnej PomagaMY (Android + Firebase).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Architektura systemu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React Native (Expo) · Firebase · tryb online i demonstracyjny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3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69164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17647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Warstwa prezentacji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6479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Ekrany RN: wolontariusz, organizacja, admin</a:t>
            </a:r>
            <a:br/>
            <a:r>
              <a:t>React Navigation · komponenty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65176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65176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2724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Logika aplikacji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2491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PomagaMYContext — sesja, ogłoszenia, zgłoszenia, powiadomienia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61188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7490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61188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368503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Usługi chmurowe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68503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Firebase Auth · Cloud Firestore · Storage 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57200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7091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57200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46451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Bezpieczeństwo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64515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Role użytkowników · Security Rules · weryfikacja organizacji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623560"/>
            <a:ext cx="1101852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7424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Widoczność ogłoszeń dla wolontariuszy zależy od orgVerificationStatus === approved (kod + Firestore Rules).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Demonstracja — Wolontariusz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Przeglądanie ofert, zgłoszenia i profil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4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977639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Kluczowe funkcje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Lista ogłoszeń z filtrowaniem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Szczegóły oferty i NIP/KRS organizacji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Zgłoszenie do zadania (submitApplication)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Powiadomienia i edycja profilu z awatarem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527048"/>
            <a:ext cx="6958584" cy="4764024"/>
          </a:xfrm>
          <a:prstGeom prst="roundRect">
            <a:avLst>
              <a:gd name="adj" fmla="val 4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6812280" cy="4617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67D2B"/>
                </a:solidFill>
                <a:latin typeface="Calibri"/>
              </a:defRPr>
            </a:pPr>
            <a:r>
              <a:t>▶  MIEJSCE NA NAGRANIE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7830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WOLONTARIUSZ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Demonstracja — Organizacja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Publikacja ofert i rekrutacja wolontariuszy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5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977639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Kluczowe funkcje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Rejestracja z NIP i statutem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Panel ogłoszeń i formularz publikacji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Akceptacja i zakończenie zgłoszeń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Status weryfikacji (pending / approved)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527048"/>
            <a:ext cx="6958584" cy="4764024"/>
          </a:xfrm>
          <a:prstGeom prst="roundRect">
            <a:avLst>
              <a:gd name="adj" fmla="val 4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6812280" cy="4617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67D2B"/>
                </a:solidFill>
                <a:latin typeface="Calibri"/>
              </a:defRPr>
            </a:pPr>
            <a:r>
              <a:t>▶  MIEJSCE NA NAGRANIE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7830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ORGANIZACJA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Demonstracja — Administrator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Weryfikacja NGO i moderacja systemu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6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977639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Kluczowe funkcje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Kolejka organizacji do zatwierdzenia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Podgląd statutu i danych rejestrowych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Obsługa skarg i blokada kont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Oddzielna nawigacja (RootNavigator)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527048"/>
            <a:ext cx="6958584" cy="4764024"/>
          </a:xfrm>
          <a:prstGeom prst="roundRect">
            <a:avLst>
              <a:gd name="adj" fmla="val 4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6812280" cy="4617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67D2B"/>
                </a:solidFill>
                <a:latin typeface="Calibri"/>
              </a:defRPr>
            </a:pPr>
            <a:r>
              <a:t>▶  MIEJSCE NA NAGRANIE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7830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ADMINISTRATOR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Przepływ biznesowy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Od ogłoszenia do zakończenia zadania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8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B67D2B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Organizacja publikuje ogłoszenie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67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6148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A682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A6824"/>
                </a:solidFill>
                <a:latin typeface="Calibri"/>
              </a:defRPr>
            </a:pPr>
            <a:r>
              <a:t>Wolontariusz składa zgłoszenie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B67D2B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032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Organizacja akceptuje kandydata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67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5916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A682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A6824"/>
                </a:solidFill>
                <a:latin typeface="Calibri"/>
              </a:defRPr>
            </a:pPr>
            <a:r>
              <a:t>Realizacja + powiadomienia in-app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5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B67D2B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800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Zakończenie → status ogłoszenia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37560"/>
            <a:ext cx="110185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Moderacja i zaufanie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Rejestracja organizacji: NIP, KRS, statut → status pending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Administrator weryfikuje dokumenty w dedykowanym panelu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Po zatwierdzeniu ogłoszenia stają się widoczne (visibleToVolunteers: true)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System skarg i blokada kont (accountSuspended) dla naruszeń regulaminu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Stack technologiczny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Narzędzia i biblioteki użyte w implementacji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 mobilny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React Native 0.81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 SDK 54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TypeScript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React Navigation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916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97680" y="16916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Backend (BaaS)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Firebase Authentication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Cloud Firestore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Firebase Storage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Security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916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01000" y="16916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Integracje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expo-image-picker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expo-document-picker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expo-file-system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AsyncStorage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B6560"/>
                </a:solidFill>
                <a:latin typeface="Calibri"/>
              </a:defRPr>
            </a:pPr>
            <a:r>
              <a:t>Platforma docelowa: Android · architektura serverless · synchronizacja stanu w czasie rzeczywistym (onSnapshot)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A6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Zaprojektowano i zaimplementowano aplikację mobilną PomagaMY dla trzech ról użytkowników.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90087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Scentralizowano proces rekrutacji wolontariuszy i weryfikacji organizacji NGO.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48455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Zastosowano Firebase oraz reguły bezpieczeństwa egzekwujące politykę widoczności ofert.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06823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Przygotowano tryb demonstracyjny umożliwiający testy bez połączenia z chmurą.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074920"/>
            <a:ext cx="105156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Dziękuję za uwagę.</a:t>
            </a:r>
            <a:br/>
            <a:r>
              <a:t>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603</Words>
  <Application>Microsoft Office PowerPoint</Application>
  <PresentationFormat>Panoramiczny</PresentationFormat>
  <Paragraphs>128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Yuliia Zavydovska</cp:lastModifiedBy>
  <cp:revision>2</cp:revision>
  <dcterms:created xsi:type="dcterms:W3CDTF">2013-01-27T09:14:16Z</dcterms:created>
  <dcterms:modified xsi:type="dcterms:W3CDTF">2026-06-11T20:19:41Z</dcterms:modified>
  <cp:category/>
</cp:coreProperties>
</file>